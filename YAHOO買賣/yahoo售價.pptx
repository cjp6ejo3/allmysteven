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68" y="-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CDEAA4-1D21-2261-0C68-A84AB18182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A1B5457-F380-7781-96CD-8718178FB0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BCD2B56-2920-BD30-0149-59C3154C1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EBE99-9FF9-43C5-8277-0EDD8447F795}" type="datetimeFigureOut">
              <a:rPr lang="zh-TW" altLang="en-US" smtClean="0"/>
              <a:t>2026/3/27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AD77565-0272-41F1-B371-6279724F5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B97BB57-D4E3-C1CE-D0C9-65CFA7F76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3C16E-6C4A-49ED-811E-4437964250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8286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01B0E4-D2A9-43B1-5CBB-525B0D53A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7A3E523-283E-3C0A-A354-5AB68DFBCE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D0D7B90-781E-2155-0064-E9E506F47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EBE99-9FF9-43C5-8277-0EDD8447F795}" type="datetimeFigureOut">
              <a:rPr lang="zh-TW" altLang="en-US" smtClean="0"/>
              <a:t>2026/3/27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1928872-602D-DF57-023D-C81A9A60E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CDD5BC7-87C0-E162-91A2-EC40EB6CD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3C16E-6C4A-49ED-811E-4437964250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2350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3D325B-5A86-9A97-1276-358F53105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587DA4B-F443-A706-A1D1-3AC6ED4FFD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402EC59-AC08-4D2C-7322-2C2C5BFD4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EBE99-9FF9-43C5-8277-0EDD8447F795}" type="datetimeFigureOut">
              <a:rPr lang="zh-TW" altLang="en-US" smtClean="0"/>
              <a:t>2026/3/27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8AF6567-088B-38BB-664C-ED314F8A3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15A00C2-2A32-80BC-6E23-9713CBCA5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3C16E-6C4A-49ED-811E-4437964250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3642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EBE4EE-A307-7979-1509-D888DB186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9E1277B-C2FF-A814-6BFB-A08D01C903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A2365FE-E804-E0D2-EB10-DF79E11B06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8E20DF3-3E5B-622A-9DEC-C02FDCCA5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EBE99-9FF9-43C5-8277-0EDD8447F795}" type="datetimeFigureOut">
              <a:rPr lang="zh-TW" altLang="en-US" smtClean="0"/>
              <a:t>2026/3/27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0EBE0EF-46E7-48B3-A577-D3276A7CD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80E0FF5-7359-F3F0-C49D-DCC6506BA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3C16E-6C4A-49ED-811E-4437964250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2264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20607A-15FB-B2B4-553D-27F723674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9470D99-62F9-9647-6B5E-1709F601B1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5FD92BE-CAF8-A8BB-DD21-69873E3F7C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80912CF-80C6-5023-67B2-7CAEA23A74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60C2691-26CB-C694-9CF2-C48B0A53E8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0E5AF4E-BA5E-91DF-39D3-7FE4E06BE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EBE99-9FF9-43C5-8277-0EDD8447F795}" type="datetimeFigureOut">
              <a:rPr lang="zh-TW" altLang="en-US" smtClean="0"/>
              <a:t>2026/3/27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D7E336BA-541E-6C38-F943-4B6A1589D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DD7196B3-25C7-AF38-39F3-DF0F3066E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3C16E-6C4A-49ED-811E-4437964250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5213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53B3FD-2E97-7035-7080-AB5D43B10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7EE252D-0E42-B33C-EF74-0E85DD1A3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EBE99-9FF9-43C5-8277-0EDD8447F795}" type="datetimeFigureOut">
              <a:rPr lang="zh-TW" altLang="en-US" smtClean="0"/>
              <a:t>2026/3/27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41226E96-5E8A-B2A4-21AF-9485B8F35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13EF288-FD07-85D5-7184-2EC523C10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3C16E-6C4A-49ED-811E-4437964250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3888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68A9CCD-9FFF-5D7F-8FE8-0F5DBD342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EBE99-9FF9-43C5-8277-0EDD8447F795}" type="datetimeFigureOut">
              <a:rPr lang="zh-TW" altLang="en-US" smtClean="0"/>
              <a:t>2026/3/27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01822DB-A124-656F-03DA-186C34946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242E548-51EC-33D1-EF5B-83E873E52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3C16E-6C4A-49ED-811E-4437964250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8236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1DDCA7D-9E4C-6CC8-CC81-BD045FFEC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CD61949-CBD2-2675-6AE3-20CB45A37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DDD267C-1C2B-B8D9-B3C0-74AC31244D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014F114-DB98-A0F6-08C1-AF2F71EFE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EBE99-9FF9-43C5-8277-0EDD8447F795}" type="datetimeFigureOut">
              <a:rPr lang="zh-TW" altLang="en-US" smtClean="0"/>
              <a:t>2026/3/27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145A2DB-D3C5-D154-B4D3-7B740A97B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45548FC-EADB-5949-FC6F-F397167F2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3C16E-6C4A-49ED-811E-4437964250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2935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57E951-BEFD-18C8-CE7E-46C16F12F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20CDD62-9FC4-E1DC-A303-63F603C99E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CEDAE10-8045-5F83-682A-EF791CE7B2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8147387-3F69-DE55-5D04-3312A1F47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EBE99-9FF9-43C5-8277-0EDD8447F795}" type="datetimeFigureOut">
              <a:rPr lang="zh-TW" altLang="en-US" smtClean="0"/>
              <a:t>2026/3/27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E1480F6-F066-20ED-B661-E6A8491CE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E9F69C9-0E32-3B15-7E63-8B5657113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3C16E-6C4A-49ED-811E-4437964250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535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BA41F8-F90E-CF4B-A599-91127C99E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390AA0A-8D21-1D65-B2C1-F2AF4903C4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D8DFB68-B035-23EA-DB13-BBDF3E611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EBE99-9FF9-43C5-8277-0EDD8447F795}" type="datetimeFigureOut">
              <a:rPr lang="zh-TW" altLang="en-US" smtClean="0"/>
              <a:t>2026/3/27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4A3B640-DD8A-9567-DE9A-9BB40C54D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AC0D1CB-06B4-1A38-D894-C84F6CE4B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3C16E-6C4A-49ED-811E-4437964250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6698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E6FB5D61-1574-AEBF-366A-11F9522076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91744AA-E598-56FB-36EF-851F6A95E7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9364B11-3202-463E-1942-B9CC2690F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EBE99-9FF9-43C5-8277-0EDD8447F795}" type="datetimeFigureOut">
              <a:rPr lang="zh-TW" altLang="en-US" smtClean="0"/>
              <a:t>2026/3/27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B6F8E7B-7F10-C747-B27B-1D80DB00D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C957E0E-CB20-71B0-BC20-A6B5A3CB7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3C16E-6C4A-49ED-811E-4437964250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4775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94D53EE-82F1-8478-D909-A8BD69079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8229C54-4689-0B8D-AB08-754C51DDDF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CA5B41A-1987-E7BD-10F2-BECF6EB859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7EBE99-9FF9-43C5-8277-0EDD8447F795}" type="datetimeFigureOut">
              <a:rPr lang="zh-TW" altLang="en-US" smtClean="0"/>
              <a:t>2026/3/27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D980C2F-EE96-B63F-9046-D2FB232549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79BDF89-778D-4D2E-80DD-1E8BBC0CC7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23C16E-6C4A-49ED-811E-4437964250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3875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10" Type="http://schemas.openxmlformats.org/officeDocument/2006/relationships/image" Target="../media/image9.jpg"/><Relationship Id="rId4" Type="http://schemas.openxmlformats.org/officeDocument/2006/relationships/image" Target="../media/image3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4F93A706-10E9-0D03-77C9-9D8896D2F8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6" r="11811" b="9649"/>
          <a:stretch>
            <a:fillRect/>
          </a:stretch>
        </p:blipFill>
        <p:spPr>
          <a:xfrm>
            <a:off x="56127" y="2325290"/>
            <a:ext cx="2600326" cy="2207419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D85F3777-CCDA-E976-1CFB-226D46EC01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16" r="31782" b="12102"/>
          <a:stretch>
            <a:fillRect/>
          </a:stretch>
        </p:blipFill>
        <p:spPr>
          <a:xfrm>
            <a:off x="3721382" y="400049"/>
            <a:ext cx="2481263" cy="1971676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A53B5F0D-8772-9C5C-D447-13581625A8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102"/>
          <a:stretch>
            <a:fillRect/>
          </a:stretch>
        </p:blipFill>
        <p:spPr>
          <a:xfrm>
            <a:off x="56127" y="286938"/>
            <a:ext cx="3771900" cy="1971676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F1F0E916-BB50-FA49-C7EC-72D994417D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28" r="23462" b="14620"/>
          <a:stretch>
            <a:fillRect/>
          </a:stretch>
        </p:blipFill>
        <p:spPr>
          <a:xfrm>
            <a:off x="7320238" y="2189560"/>
            <a:ext cx="2995612" cy="2085975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F5CEE698-C8E0-DC78-3DCD-96DB664F96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80" r="28207" b="13793"/>
          <a:stretch>
            <a:fillRect/>
          </a:stretch>
        </p:blipFill>
        <p:spPr>
          <a:xfrm>
            <a:off x="10315850" y="2371725"/>
            <a:ext cx="1848932" cy="1798240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A7861137-23EA-30BD-E6CD-360F7C59901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69" r="29219"/>
          <a:stretch>
            <a:fillRect/>
          </a:stretch>
        </p:blipFill>
        <p:spPr>
          <a:xfrm>
            <a:off x="6096000" y="0"/>
            <a:ext cx="3000380" cy="2545553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1D72148D-EB95-3252-F3F0-F202DF29ABC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60" t="3054" r="31445" b="18320"/>
          <a:stretch>
            <a:fillRect/>
          </a:stretch>
        </p:blipFill>
        <p:spPr>
          <a:xfrm>
            <a:off x="9096381" y="0"/>
            <a:ext cx="3039492" cy="2371725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7ED3FDD5-AC01-F137-33EA-75E573FE8EC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23" r="4403" b="15488"/>
          <a:stretch>
            <a:fillRect/>
          </a:stretch>
        </p:blipFill>
        <p:spPr>
          <a:xfrm>
            <a:off x="2664679" y="2315769"/>
            <a:ext cx="2672520" cy="2150269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A7200AF6-9994-CA2F-0311-DCB5EF2842D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67" r="17199" b="20569"/>
          <a:stretch>
            <a:fillRect/>
          </a:stretch>
        </p:blipFill>
        <p:spPr>
          <a:xfrm>
            <a:off x="5332436" y="2303860"/>
            <a:ext cx="2481263" cy="1971675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CC99A174-A601-BDD5-6AFD-82527976CA57}"/>
              </a:ext>
            </a:extLst>
          </p:cNvPr>
          <p:cNvSpPr/>
          <p:nvPr/>
        </p:nvSpPr>
        <p:spPr>
          <a:xfrm>
            <a:off x="2286000" y="4675585"/>
            <a:ext cx="8168639" cy="1953983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600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44805A2-46AA-0304-01FD-6B9E5CDC9BB3}"/>
              </a:ext>
            </a:extLst>
          </p:cNvPr>
          <p:cNvSpPr/>
          <p:nvPr/>
        </p:nvSpPr>
        <p:spPr>
          <a:xfrm>
            <a:off x="385010" y="-9527"/>
            <a:ext cx="10376033" cy="459578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各式電子票卷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價格如價目表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數量隨時會變請先詢問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僅接受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LINE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好友轉帳、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OP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點數轉帳</a:t>
            </a:r>
            <a:endParaRPr lang="zh-TW" altLang="en-US" sz="1600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00F87A94-F925-67EF-EC8D-B99CD63CFD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0146584"/>
              </p:ext>
            </p:extLst>
          </p:nvPr>
        </p:nvGraphicFramePr>
        <p:xfrm>
          <a:off x="2285999" y="4389835"/>
          <a:ext cx="8168638" cy="24479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43446">
                  <a:extLst>
                    <a:ext uri="{9D8B030D-6E8A-4147-A177-3AD203B41FA5}">
                      <a16:colId xmlns:a16="http://schemas.microsoft.com/office/drawing/2014/main" val="248373597"/>
                    </a:ext>
                  </a:extLst>
                </a:gridCol>
                <a:gridCol w="1850900">
                  <a:extLst>
                    <a:ext uri="{9D8B030D-6E8A-4147-A177-3AD203B41FA5}">
                      <a16:colId xmlns:a16="http://schemas.microsoft.com/office/drawing/2014/main" val="329743663"/>
                    </a:ext>
                  </a:extLst>
                </a:gridCol>
                <a:gridCol w="987146">
                  <a:extLst>
                    <a:ext uri="{9D8B030D-6E8A-4147-A177-3AD203B41FA5}">
                      <a16:colId xmlns:a16="http://schemas.microsoft.com/office/drawing/2014/main" val="161048772"/>
                    </a:ext>
                  </a:extLst>
                </a:gridCol>
                <a:gridCol w="987146">
                  <a:extLst>
                    <a:ext uri="{9D8B030D-6E8A-4147-A177-3AD203B41FA5}">
                      <a16:colId xmlns:a16="http://schemas.microsoft.com/office/drawing/2014/main" val="2804675657"/>
                    </a:ext>
                  </a:extLst>
                </a:gridCol>
              </a:tblGrid>
              <a:tr h="2225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u="none" strike="noStrike" dirty="0">
                          <a:effectLst/>
                        </a:rPr>
                        <a:t>標題</a:t>
                      </a:r>
                      <a:endParaRPr lang="zh-TW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u="none" strike="noStrike">
                          <a:effectLst/>
                        </a:rPr>
                        <a:t>兌換期間至</a:t>
                      </a:r>
                      <a:endParaRPr lang="zh-TW" altLang="en-US" sz="11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u="none" strike="noStrike">
                          <a:effectLst/>
                        </a:rPr>
                        <a:t>數量</a:t>
                      </a:r>
                      <a:endParaRPr lang="zh-TW" altLang="en-US" sz="11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u="none" strike="noStrike">
                          <a:effectLst/>
                        </a:rPr>
                        <a:t>價錢</a:t>
                      </a:r>
                      <a:endParaRPr lang="zh-TW" altLang="en-US" sz="11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151699959"/>
                  </a:ext>
                </a:extLst>
              </a:tr>
              <a:tr h="2225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u="none" strike="noStrike">
                          <a:effectLst/>
                        </a:rPr>
                        <a:t>85</a:t>
                      </a:r>
                      <a:r>
                        <a:rPr lang="zh-TW" altLang="en-US" sz="1100" u="none" strike="noStrike">
                          <a:effectLst/>
                        </a:rPr>
                        <a:t>度</a:t>
                      </a:r>
                      <a:r>
                        <a:rPr lang="en-US" sz="1100" u="none" strike="noStrike">
                          <a:effectLst/>
                        </a:rPr>
                        <a:t>C 58</a:t>
                      </a:r>
                      <a:r>
                        <a:rPr lang="zh-TW" altLang="en-US" sz="1100" u="none" strike="noStrike">
                          <a:effectLst/>
                        </a:rPr>
                        <a:t>元切片蛋糕</a:t>
                      </a:r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u="none" strike="noStrike">
                          <a:effectLst/>
                        </a:rPr>
                        <a:t>2026.05.05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u="none" strike="noStrike">
                          <a:effectLst/>
                        </a:rPr>
                        <a:t>3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u="none" strike="noStrike">
                          <a:effectLst/>
                        </a:rPr>
                        <a:t>30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172780589"/>
                  </a:ext>
                </a:extLst>
              </a:tr>
              <a:tr h="2225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u="none" strike="noStrike">
                          <a:effectLst/>
                        </a:rPr>
                        <a:t>台酒花雕雞</a:t>
                      </a:r>
                      <a:r>
                        <a:rPr lang="en-US" altLang="zh-TW" sz="1100" u="none" strike="noStrike">
                          <a:effectLst/>
                        </a:rPr>
                        <a:t>/</a:t>
                      </a:r>
                      <a:r>
                        <a:rPr lang="zh-TW" altLang="en-US" sz="1100" u="none" strike="noStrike">
                          <a:effectLst/>
                        </a:rPr>
                        <a:t>花雕酸菜牛肉</a:t>
                      </a:r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u="none" strike="noStrike">
                          <a:effectLst/>
                        </a:rPr>
                        <a:t>2026.05.23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u="none" strike="noStrike">
                          <a:effectLst/>
                        </a:rPr>
                        <a:t>66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u="none" strike="noStrike">
                          <a:effectLst/>
                        </a:rPr>
                        <a:t>30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304715830"/>
                  </a:ext>
                </a:extLst>
              </a:tr>
              <a:tr h="2225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 err="1">
                          <a:effectLst/>
                        </a:rPr>
                        <a:t>CoCo</a:t>
                      </a:r>
                      <a:r>
                        <a:rPr lang="zh-TW" altLang="en-US" sz="1100" u="none" strike="noStrike" dirty="0">
                          <a:effectLst/>
                        </a:rPr>
                        <a:t>都可珍珠鮮奶茶</a:t>
                      </a:r>
                      <a:endParaRPr lang="zh-TW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u="none" strike="noStrike">
                          <a:effectLst/>
                        </a:rPr>
                        <a:t>2026.05.23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u="none" strike="noStrike">
                          <a:effectLst/>
                        </a:rPr>
                        <a:t>3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u="none" strike="noStrike">
                          <a:effectLst/>
                        </a:rPr>
                        <a:t>30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587549822"/>
                  </a:ext>
                </a:extLst>
              </a:tr>
              <a:tr h="2225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u="none" strike="noStrike">
                          <a:effectLst/>
                        </a:rPr>
                        <a:t>麥當勞</a:t>
                      </a:r>
                      <a:r>
                        <a:rPr lang="en-US" altLang="zh-TW" sz="1100" u="none" strike="noStrike">
                          <a:effectLst/>
                        </a:rPr>
                        <a:t>OREO</a:t>
                      </a:r>
                      <a:r>
                        <a:rPr lang="zh-TW" altLang="en-US" sz="1100" u="none" strike="noStrike">
                          <a:effectLst/>
                        </a:rPr>
                        <a:t>冰炫風</a:t>
                      </a:r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u="none" strike="noStrike">
                          <a:effectLst/>
                        </a:rPr>
                        <a:t>2026.05.23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u="none" strike="noStrike">
                          <a:effectLst/>
                        </a:rPr>
                        <a:t>24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u="none" strike="noStrike">
                          <a:effectLst/>
                        </a:rPr>
                        <a:t>30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548336335"/>
                  </a:ext>
                </a:extLst>
              </a:tr>
              <a:tr h="2225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u="none" strike="noStrike">
                          <a:effectLst/>
                        </a:rPr>
                        <a:t>麥當勞勁辣鷄腿堡套餐</a:t>
                      </a:r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u="none" strike="noStrike">
                          <a:effectLst/>
                        </a:rPr>
                        <a:t>2026.05.23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u="none" strike="noStrike">
                          <a:effectLst/>
                        </a:rPr>
                        <a:t>29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u="none" strike="noStrike">
                          <a:effectLst/>
                        </a:rPr>
                        <a:t>52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67334057"/>
                  </a:ext>
                </a:extLst>
              </a:tr>
              <a:tr h="2225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Mister Donut</a:t>
                      </a:r>
                      <a:r>
                        <a:rPr lang="zh-TW" altLang="en-US" sz="1100" u="none" strike="noStrike" dirty="0">
                          <a:effectLst/>
                        </a:rPr>
                        <a:t>經典午茶組</a:t>
                      </a:r>
                      <a:endParaRPr lang="zh-TW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u="none" strike="noStrike">
                          <a:effectLst/>
                        </a:rPr>
                        <a:t>2026.05.23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u="none" strike="noStrike">
                          <a:effectLst/>
                        </a:rPr>
                        <a:t>14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u="none" strike="noStrike">
                          <a:effectLst/>
                        </a:rPr>
                        <a:t>35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121652442"/>
                  </a:ext>
                </a:extLst>
              </a:tr>
              <a:tr h="2225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u="none" strike="noStrike">
                          <a:effectLst/>
                        </a:rPr>
                        <a:t>摩斯漢堡蛋堡套餐（早餐限定）</a:t>
                      </a:r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u="none" strike="noStrike">
                          <a:effectLst/>
                        </a:rPr>
                        <a:t>2026.05.02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u="none" strike="noStrike">
                          <a:effectLst/>
                        </a:rPr>
                        <a:t>0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u="none" strike="noStrike">
                          <a:effectLst/>
                        </a:rPr>
                        <a:t>30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277913813"/>
                  </a:ext>
                </a:extLst>
              </a:tr>
              <a:tr h="2225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u="none" strike="noStrike">
                          <a:effectLst/>
                        </a:rPr>
                        <a:t>摩斯漢堡超級大麥海洋珍珠堡套餐</a:t>
                      </a:r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u="none" strike="noStrike" dirty="0">
                          <a:effectLst/>
                        </a:rPr>
                        <a:t>2026.05.05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u="none" strike="noStrike">
                          <a:effectLst/>
                        </a:rPr>
                        <a:t>0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u="none" strike="noStrike">
                          <a:effectLst/>
                        </a:rPr>
                        <a:t>70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876101631"/>
                  </a:ext>
                </a:extLst>
              </a:tr>
              <a:tr h="2225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u="none" strike="noStrike">
                          <a:effectLst/>
                        </a:rPr>
                        <a:t>肯德基咔啦脆雞脆薯套餐</a:t>
                      </a:r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u="none" strike="noStrike" dirty="0">
                          <a:effectLst/>
                        </a:rPr>
                        <a:t>2026.05.05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u="none" strike="noStrike">
                          <a:effectLst/>
                        </a:rPr>
                        <a:t>0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u="none" strike="noStrike">
                          <a:effectLst/>
                        </a:rPr>
                        <a:t>40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28148283"/>
                  </a:ext>
                </a:extLst>
              </a:tr>
              <a:tr h="2225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u="none" strike="noStrike">
                          <a:effectLst/>
                        </a:rPr>
                        <a:t>必勝客夏威夷</a:t>
                      </a:r>
                      <a:r>
                        <a:rPr lang="en-US" altLang="zh-TW" sz="1100" u="none" strike="noStrike">
                          <a:effectLst/>
                        </a:rPr>
                        <a:t>6</a:t>
                      </a:r>
                      <a:r>
                        <a:rPr lang="zh-TW" altLang="en-US" sz="1100" u="none" strike="noStrike">
                          <a:effectLst/>
                        </a:rPr>
                        <a:t>吋個人比薩</a:t>
                      </a:r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u="none" strike="noStrike">
                          <a:effectLst/>
                        </a:rPr>
                        <a:t>2026.05.23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u="none" strike="noStrike" dirty="0">
                          <a:effectLst/>
                        </a:rPr>
                        <a:t>0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u="none" strike="noStrike" dirty="0">
                          <a:effectLst/>
                        </a:rPr>
                        <a:t>40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080822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9541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137</Words>
  <Application>Microsoft Office PowerPoint</Application>
  <PresentationFormat>寬螢幕</PresentationFormat>
  <Paragraphs>45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7" baseType="lpstr">
      <vt:lpstr>新細明體</vt:lpstr>
      <vt:lpstr>標楷體</vt:lpstr>
      <vt:lpstr>Arial</vt:lpstr>
      <vt:lpstr>Calibri</vt:lpstr>
      <vt:lpstr>Calibri Light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myhome</dc:creator>
  <cp:lastModifiedBy>myhome</cp:lastModifiedBy>
  <cp:revision>5</cp:revision>
  <dcterms:created xsi:type="dcterms:W3CDTF">2026-03-23T08:07:09Z</dcterms:created>
  <dcterms:modified xsi:type="dcterms:W3CDTF">2026-03-27T01:02:51Z</dcterms:modified>
</cp:coreProperties>
</file>